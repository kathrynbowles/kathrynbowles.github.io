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" d="100"/>
          <a:sy n="20" d="100"/>
        </p:scale>
        <p:origin x="4818" y="2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 Bowles" userId="d4a26f9a-291f-4c47-90c1-1bd2ed9000bb" providerId="ADAL" clId="{971BACD0-EF87-4517-9455-E35A0D91781B}"/>
    <pc:docChg chg="modSld">
      <pc:chgData name="Kat Bowles" userId="d4a26f9a-291f-4c47-90c1-1bd2ed9000bb" providerId="ADAL" clId="{971BACD0-EF87-4517-9455-E35A0D91781B}" dt="2026-08-05T20:57:23.185" v="14" actId="1076"/>
      <pc:docMkLst>
        <pc:docMk/>
      </pc:docMkLst>
      <pc:sldChg chg="addSp modSp mod">
        <pc:chgData name="Kat Bowles" userId="d4a26f9a-291f-4c47-90c1-1bd2ed9000bb" providerId="ADAL" clId="{971BACD0-EF87-4517-9455-E35A0D91781B}" dt="2026-08-05T20:57:23.185" v="14" actId="1076"/>
        <pc:sldMkLst>
          <pc:docMk/>
          <pc:sldMk cId="575214327" sldId="256"/>
        </pc:sldMkLst>
        <pc:picChg chg="mod">
          <ac:chgData name="Kat Bowles" userId="d4a26f9a-291f-4c47-90c1-1bd2ed9000bb" providerId="ADAL" clId="{971BACD0-EF87-4517-9455-E35A0D91781B}" dt="2026-08-05T20:57:06.301" v="10" actId="1076"/>
          <ac:picMkLst>
            <pc:docMk/>
            <pc:sldMk cId="575214327" sldId="256"/>
            <ac:picMk id="16" creationId="{7551C644-1D3D-40CF-BDFD-B413A98AAD94}"/>
          </ac:picMkLst>
        </pc:picChg>
        <pc:picChg chg="add mod modCrop">
          <ac:chgData name="Kat Bowles" userId="d4a26f9a-291f-4c47-90c1-1bd2ed9000bb" providerId="ADAL" clId="{971BACD0-EF87-4517-9455-E35A0D91781B}" dt="2026-08-05T20:57:23.185" v="14" actId="1076"/>
          <ac:picMkLst>
            <pc:docMk/>
            <pc:sldMk cId="575214327" sldId="256"/>
            <ac:picMk id="22" creationId="{34BC5E49-E29F-35FC-5442-D076A721DE32}"/>
          </ac:picMkLst>
        </pc:picChg>
      </pc:sldChg>
    </pc:docChg>
  </pc:docChgLst>
  <pc:docChgLst>
    <pc:chgData name="Kat Bowles" userId="d4a26f9a-291f-4c47-90c1-1bd2ed9000bb" providerId="ADAL" clId="{46AF6FC0-7839-4172-868F-C7834D94F9B8}"/>
    <pc:docChg chg="modSld">
      <pc:chgData name="Kat Bowles" userId="d4a26f9a-291f-4c47-90c1-1bd2ed9000bb" providerId="ADAL" clId="{46AF6FC0-7839-4172-868F-C7834D94F9B8}" dt="2026-08-31T15:29:15.559" v="18" actId="1076"/>
      <pc:docMkLst>
        <pc:docMk/>
      </pc:docMkLst>
      <pc:sldChg chg="addSp modSp mod">
        <pc:chgData name="Kat Bowles" userId="d4a26f9a-291f-4c47-90c1-1bd2ed9000bb" providerId="ADAL" clId="{46AF6FC0-7839-4172-868F-C7834D94F9B8}" dt="2026-08-31T15:29:15.559" v="18" actId="1076"/>
        <pc:sldMkLst>
          <pc:docMk/>
          <pc:sldMk cId="575214327" sldId="256"/>
        </pc:sldMkLst>
        <pc:picChg chg="mod">
          <ac:chgData name="Kat Bowles" userId="d4a26f9a-291f-4c47-90c1-1bd2ed9000bb" providerId="ADAL" clId="{46AF6FC0-7839-4172-868F-C7834D94F9B8}" dt="2026-08-27T14:53:08.188" v="3" actId="1076"/>
          <ac:picMkLst>
            <pc:docMk/>
            <pc:sldMk cId="575214327" sldId="256"/>
            <ac:picMk id="4" creationId="{3EF81FC1-0CC4-492F-B265-A8A890908114}"/>
          </ac:picMkLst>
        </pc:picChg>
        <pc:picChg chg="add mod modCrop">
          <ac:chgData name="Kat Bowles" userId="d4a26f9a-291f-4c47-90c1-1bd2ed9000bb" providerId="ADAL" clId="{46AF6FC0-7839-4172-868F-C7834D94F9B8}" dt="2026-08-27T14:53:36.282" v="9" actId="1076"/>
          <ac:picMkLst>
            <pc:docMk/>
            <pc:sldMk cId="575214327" sldId="256"/>
            <ac:picMk id="24" creationId="{5C0ED9F2-87CC-2426-4265-D2343360E8CA}"/>
          </ac:picMkLst>
        </pc:picChg>
        <pc:picChg chg="add mod modCrop">
          <ac:chgData name="Kat Bowles" userId="d4a26f9a-291f-4c47-90c1-1bd2ed9000bb" providerId="ADAL" clId="{46AF6FC0-7839-4172-868F-C7834D94F9B8}" dt="2026-08-31T15:29:15.559" v="18" actId="1076"/>
          <ac:picMkLst>
            <pc:docMk/>
            <pc:sldMk cId="575214327" sldId="256"/>
            <ac:picMk id="26" creationId="{70520092-0B9B-FEC3-9380-2427C483A058}"/>
          </ac:picMkLst>
        </pc:picChg>
      </pc:sldChg>
    </pc:docChg>
  </pc:docChgLst>
  <pc:docChgLst>
    <pc:chgData name="Kat Bowles" userId="d4a26f9a-291f-4c47-90c1-1bd2ed9000bb" providerId="ADAL" clId="{BF463DFA-EE01-449C-87D6-6C9AEA1D67B6}"/>
    <pc:docChg chg="modSld">
      <pc:chgData name="Kat Bowles" userId="d4a26f9a-291f-4c47-90c1-1bd2ed9000bb" providerId="ADAL" clId="{BF463DFA-EE01-449C-87D6-6C9AEA1D67B6}" dt="2025-04-01T12:57:13.918" v="9" actId="1076"/>
      <pc:docMkLst>
        <pc:docMk/>
      </pc:docMkLst>
      <pc:sldChg chg="addSp modSp mod">
        <pc:chgData name="Kat Bowles" userId="d4a26f9a-291f-4c47-90c1-1bd2ed9000bb" providerId="ADAL" clId="{BF463DFA-EE01-449C-87D6-6C9AEA1D67B6}" dt="2025-04-01T12:57:13.918" v="9" actId="1076"/>
        <pc:sldMkLst>
          <pc:docMk/>
          <pc:sldMk cId="575214327" sldId="256"/>
        </pc:sldMkLst>
        <pc:picChg chg="add mod">
          <ac:chgData name="Kat Bowles" userId="d4a26f9a-291f-4c47-90c1-1bd2ed9000bb" providerId="ADAL" clId="{BF463DFA-EE01-449C-87D6-6C9AEA1D67B6}" dt="2025-04-01T12:56:53.254" v="3" actId="1076"/>
          <ac:picMkLst>
            <pc:docMk/>
            <pc:sldMk cId="575214327" sldId="256"/>
            <ac:picMk id="3" creationId="{921016A5-434A-437B-AB9C-0B5E1D43B736}"/>
          </ac:picMkLst>
        </pc:picChg>
        <pc:picChg chg="mod">
          <ac:chgData name="Kat Bowles" userId="d4a26f9a-291f-4c47-90c1-1bd2ed9000bb" providerId="ADAL" clId="{BF463DFA-EE01-449C-87D6-6C9AEA1D67B6}" dt="2025-04-01T12:56:51.390" v="2" actId="1076"/>
          <ac:picMkLst>
            <pc:docMk/>
            <pc:sldMk cId="575214327" sldId="256"/>
            <ac:picMk id="5" creationId="{ADBAA3A2-82E6-4FD8-A88F-F6DBF268C022}"/>
          </ac:picMkLst>
        </pc:picChg>
        <pc:picChg chg="add mod modCrop">
          <ac:chgData name="Kat Bowles" userId="d4a26f9a-291f-4c47-90c1-1bd2ed9000bb" providerId="ADAL" clId="{BF463DFA-EE01-449C-87D6-6C9AEA1D67B6}" dt="2025-04-01T12:57:13.918" v="9" actId="1076"/>
          <ac:picMkLst>
            <pc:docMk/>
            <pc:sldMk cId="575214327" sldId="256"/>
            <ac:picMk id="6" creationId="{1F302E8A-5516-4FE7-9FD8-BB34C492EE26}"/>
          </ac:picMkLst>
        </pc:picChg>
      </pc:sldChg>
    </pc:docChg>
  </pc:docChgLst>
  <pc:docChgLst>
    <pc:chgData name="Kat Bowles" userId="d4a26f9a-291f-4c47-90c1-1bd2ed9000bb" providerId="ADAL" clId="{3E0FAB1D-B5D7-48DA-B8E7-C72BE539D9FA}"/>
    <pc:docChg chg="modSld">
      <pc:chgData name="Kat Bowles" userId="d4a26f9a-291f-4c47-90c1-1bd2ed9000bb" providerId="ADAL" clId="{3E0FAB1D-B5D7-48DA-B8E7-C72BE539D9FA}" dt="2026-06-04T13:45:15.912" v="29" actId="1076"/>
      <pc:docMkLst>
        <pc:docMk/>
      </pc:docMkLst>
      <pc:sldChg chg="addSp modSp mod">
        <pc:chgData name="Kat Bowles" userId="d4a26f9a-291f-4c47-90c1-1bd2ed9000bb" providerId="ADAL" clId="{3E0FAB1D-B5D7-48DA-B8E7-C72BE539D9FA}" dt="2026-06-04T13:45:15.912" v="29" actId="1076"/>
        <pc:sldMkLst>
          <pc:docMk/>
          <pc:sldMk cId="575214327" sldId="256"/>
        </pc:sldMkLst>
        <pc:spChg chg="mod">
          <ac:chgData name="Kat Bowles" userId="d4a26f9a-291f-4c47-90c1-1bd2ed9000bb" providerId="ADAL" clId="{3E0FAB1D-B5D7-48DA-B8E7-C72BE539D9FA}" dt="2026-06-04T13:34:59.747" v="15" actId="1076"/>
          <ac:spMkLst>
            <pc:docMk/>
            <pc:sldMk cId="575214327" sldId="256"/>
            <ac:spMk id="12" creationId="{3F30856B-A067-4A4D-A0DF-C875CACB7270}"/>
          </ac:spMkLst>
        </pc:spChg>
        <pc:spChg chg="add mod ord">
          <ac:chgData name="Kat Bowles" userId="d4a26f9a-291f-4c47-90c1-1bd2ed9000bb" providerId="ADAL" clId="{3E0FAB1D-B5D7-48DA-B8E7-C72BE539D9FA}" dt="2026-06-04T13:34:55.133" v="13" actId="167"/>
          <ac:spMkLst>
            <pc:docMk/>
            <pc:sldMk cId="575214327" sldId="256"/>
            <ac:spMk id="18" creationId="{FC7BD8A1-958E-4170-B2AF-4168FC719581}"/>
          </ac:spMkLst>
        </pc:spChg>
        <pc:picChg chg="mod">
          <ac:chgData name="Kat Bowles" userId="d4a26f9a-291f-4c47-90c1-1bd2ed9000bb" providerId="ADAL" clId="{3E0FAB1D-B5D7-48DA-B8E7-C72BE539D9FA}" dt="2026-06-04T13:33:45.493" v="0" actId="1076"/>
          <ac:picMkLst>
            <pc:docMk/>
            <pc:sldMk cId="575214327" sldId="256"/>
            <ac:picMk id="9" creationId="{B4A154AD-F360-462B-8027-BF2814196529}"/>
          </ac:picMkLst>
        </pc:picChg>
        <pc:picChg chg="mod">
          <ac:chgData name="Kat Bowles" userId="d4a26f9a-291f-4c47-90c1-1bd2ed9000bb" providerId="ADAL" clId="{3E0FAB1D-B5D7-48DA-B8E7-C72BE539D9FA}" dt="2026-06-04T13:34:58.108" v="14" actId="1076"/>
          <ac:picMkLst>
            <pc:docMk/>
            <pc:sldMk cId="575214327" sldId="256"/>
            <ac:picMk id="13" creationId="{9E5C958C-7595-4B29-A768-6B7F8394E857}"/>
          </ac:picMkLst>
        </pc:picChg>
        <pc:picChg chg="add mod ord">
          <ac:chgData name="Kat Bowles" userId="d4a26f9a-291f-4c47-90c1-1bd2ed9000bb" providerId="ADAL" clId="{3E0FAB1D-B5D7-48DA-B8E7-C72BE539D9FA}" dt="2026-06-04T13:35:06.327" v="16" actId="1076"/>
          <ac:picMkLst>
            <pc:docMk/>
            <pc:sldMk cId="575214327" sldId="256"/>
            <ac:picMk id="16" creationId="{7551C644-1D3D-40CF-BDFD-B413A98AAD94}"/>
          </ac:picMkLst>
        </pc:picChg>
        <pc:picChg chg="mod">
          <ac:chgData name="Kat Bowles" userId="d4a26f9a-291f-4c47-90c1-1bd2ed9000bb" providerId="ADAL" clId="{3E0FAB1D-B5D7-48DA-B8E7-C72BE539D9FA}" dt="2026-06-04T13:41:12.877" v="17" actId="1076"/>
          <ac:picMkLst>
            <pc:docMk/>
            <pc:sldMk cId="575214327" sldId="256"/>
            <ac:picMk id="20" creationId="{4CF3655F-1806-45EF-ABEB-B19CB44C7C18}"/>
          </ac:picMkLst>
        </pc:picChg>
        <pc:picChg chg="add mod modCrop">
          <ac:chgData name="Kat Bowles" userId="d4a26f9a-291f-4c47-90c1-1bd2ed9000bb" providerId="ADAL" clId="{3E0FAB1D-B5D7-48DA-B8E7-C72BE539D9FA}" dt="2026-06-04T13:42:21.349" v="27" actId="732"/>
          <ac:picMkLst>
            <pc:docMk/>
            <pc:sldMk cId="575214327" sldId="256"/>
            <ac:picMk id="23" creationId="{BE8620E0-52DA-4E70-A798-704476C0FDF5}"/>
          </ac:picMkLst>
        </pc:picChg>
        <pc:picChg chg="add mod">
          <ac:chgData name="Kat Bowles" userId="d4a26f9a-291f-4c47-90c1-1bd2ed9000bb" providerId="ADAL" clId="{3E0FAB1D-B5D7-48DA-B8E7-C72BE539D9FA}" dt="2026-06-04T13:45:15.912" v="29" actId="1076"/>
          <ac:picMkLst>
            <pc:docMk/>
            <pc:sldMk cId="575214327" sldId="256"/>
            <ac:picMk id="25" creationId="{FF3CC251-74B8-4F65-8E1A-784BBEE71C09}"/>
          </ac:picMkLst>
        </pc:picChg>
      </pc:sldChg>
    </pc:docChg>
  </pc:docChgLst>
  <pc:docChgLst>
    <pc:chgData name="Kat Bowles" userId="d4a26f9a-291f-4c47-90c1-1bd2ed9000bb" providerId="ADAL" clId="{93253C3B-6A4C-4E30-ACA9-AF4ACCD2813A}"/>
    <pc:docChg chg="modSld">
      <pc:chgData name="Kat Bowles" userId="d4a26f9a-291f-4c47-90c1-1bd2ed9000bb" providerId="ADAL" clId="{93253C3B-6A4C-4E30-ACA9-AF4ACCD2813A}" dt="2026-10-06T10:00:38.776" v="12" actId="1076"/>
      <pc:docMkLst>
        <pc:docMk/>
      </pc:docMkLst>
      <pc:sldChg chg="addSp modSp mod">
        <pc:chgData name="Kat Bowles" userId="d4a26f9a-291f-4c47-90c1-1bd2ed9000bb" providerId="ADAL" clId="{93253C3B-6A4C-4E30-ACA9-AF4ACCD2813A}" dt="2026-10-06T10:00:38.776" v="12" actId="1076"/>
        <pc:sldMkLst>
          <pc:docMk/>
          <pc:sldMk cId="575214327" sldId="256"/>
        </pc:sldMkLst>
        <pc:picChg chg="add mod modCrop">
          <ac:chgData name="Kat Bowles" userId="d4a26f9a-291f-4c47-90c1-1bd2ed9000bb" providerId="ADAL" clId="{93253C3B-6A4C-4E30-ACA9-AF4ACCD2813A}" dt="2026-10-06T10:00:38.776" v="12" actId="1076"/>
          <ac:picMkLst>
            <pc:docMk/>
            <pc:sldMk cId="575214327" sldId="256"/>
            <ac:picMk id="27" creationId="{9E617DFE-A3B3-5D91-11CE-23449A52ECF6}"/>
          </ac:picMkLst>
        </pc:picChg>
      </pc:sldChg>
    </pc:docChg>
  </pc:docChgLst>
  <pc:docChgLst>
    <pc:chgData name="Kat Bowles" userId="d4a26f9a-291f-4c47-90c1-1bd2ed9000bb" providerId="ADAL" clId="{02907C78-C877-49F5-8A5B-DEC5883F66C2}"/>
    <pc:docChg chg="custSel modSld">
      <pc:chgData name="Kat Bowles" userId="d4a26f9a-291f-4c47-90c1-1bd2ed9000bb" providerId="ADAL" clId="{02907C78-C877-49F5-8A5B-DEC5883F66C2}" dt="2026-05-08T11:04:00.086" v="27" actId="1076"/>
      <pc:docMkLst>
        <pc:docMk/>
      </pc:docMkLst>
      <pc:sldChg chg="addSp delSp modSp mod">
        <pc:chgData name="Kat Bowles" userId="d4a26f9a-291f-4c47-90c1-1bd2ed9000bb" providerId="ADAL" clId="{02907C78-C877-49F5-8A5B-DEC5883F66C2}" dt="2026-05-08T11:04:00.086" v="27" actId="1076"/>
        <pc:sldMkLst>
          <pc:docMk/>
          <pc:sldMk cId="575214327" sldId="256"/>
        </pc:sldMkLst>
        <pc:picChg chg="add mod modCrop">
          <ac:chgData name="Kat Bowles" userId="d4a26f9a-291f-4c47-90c1-1bd2ed9000bb" providerId="ADAL" clId="{02907C78-C877-49F5-8A5B-DEC5883F66C2}" dt="2026-04-28T08:42:20.811" v="9" actId="732"/>
          <ac:picMkLst>
            <pc:docMk/>
            <pc:sldMk cId="575214327" sldId="256"/>
            <ac:picMk id="9" creationId="{B4A154AD-F360-462B-8027-BF2814196529}"/>
          </ac:picMkLst>
        </pc:picChg>
        <pc:picChg chg="mod">
          <ac:chgData name="Kat Bowles" userId="d4a26f9a-291f-4c47-90c1-1bd2ed9000bb" providerId="ADAL" clId="{02907C78-C877-49F5-8A5B-DEC5883F66C2}" dt="2026-04-28T08:41:02.906" v="0" actId="1076"/>
          <ac:picMkLst>
            <pc:docMk/>
            <pc:sldMk cId="575214327" sldId="256"/>
            <ac:picMk id="10" creationId="{F6F8787A-97A8-4E86-8952-C6715AE59908}"/>
          </ac:picMkLst>
        </pc:picChg>
        <pc:picChg chg="add mod modCrop">
          <ac:chgData name="Kat Bowles" userId="d4a26f9a-291f-4c47-90c1-1bd2ed9000bb" providerId="ADAL" clId="{02907C78-C877-49F5-8A5B-DEC5883F66C2}" dt="2026-05-08T10:45:37.650" v="19" actId="1076"/>
          <ac:picMkLst>
            <pc:docMk/>
            <pc:sldMk cId="575214327" sldId="256"/>
            <ac:picMk id="14" creationId="{BA102BAA-DF24-4EB8-9DD1-8DA945F28244}"/>
          </ac:picMkLst>
        </pc:picChg>
        <pc:picChg chg="add del mod modCrop">
          <ac:chgData name="Kat Bowles" userId="d4a26f9a-291f-4c47-90c1-1bd2ed9000bb" providerId="ADAL" clId="{02907C78-C877-49F5-8A5B-DEC5883F66C2}" dt="2026-05-08T11:03:45.921" v="24" actId="478"/>
          <ac:picMkLst>
            <pc:docMk/>
            <pc:sldMk cId="575214327" sldId="256"/>
            <ac:picMk id="16" creationId="{2DEC6E3F-016E-4CDF-A828-3C148229CA67}"/>
          </ac:picMkLst>
        </pc:picChg>
        <pc:picChg chg="mod">
          <ac:chgData name="Kat Bowles" userId="d4a26f9a-291f-4c47-90c1-1bd2ed9000bb" providerId="ADAL" clId="{02907C78-C877-49F5-8A5B-DEC5883F66C2}" dt="2026-05-08T11:03:50.126" v="25" actId="1076"/>
          <ac:picMkLst>
            <pc:docMk/>
            <pc:sldMk cId="575214327" sldId="256"/>
            <ac:picMk id="19" creationId="{DF4872FD-F818-48AE-A10C-6DF460856A8A}"/>
          </ac:picMkLst>
        </pc:picChg>
        <pc:picChg chg="add mod">
          <ac:chgData name="Kat Bowles" userId="d4a26f9a-291f-4c47-90c1-1bd2ed9000bb" providerId="ADAL" clId="{02907C78-C877-49F5-8A5B-DEC5883F66C2}" dt="2026-05-08T11:04:00.086" v="27" actId="1076"/>
          <ac:picMkLst>
            <pc:docMk/>
            <pc:sldMk cId="575214327" sldId="256"/>
            <ac:picMk id="20" creationId="{4CF3655F-1806-45EF-ABEB-B19CB44C7C18}"/>
          </ac:picMkLst>
        </pc:picChg>
      </pc:sldChg>
    </pc:docChg>
  </pc:docChgLst>
  <pc:docChgLst>
    <pc:chgData name="Kat Bowles" userId="d4a26f9a-291f-4c47-90c1-1bd2ed9000bb" providerId="ADAL" clId="{65DA2938-8069-433F-80E8-9A31B786F591}"/>
    <pc:docChg chg="modSld">
      <pc:chgData name="Kat Bowles" userId="d4a26f9a-291f-4c47-90c1-1bd2ed9000bb" providerId="ADAL" clId="{65DA2938-8069-433F-80E8-9A31B786F591}" dt="2026-01-25T21:09:55.456" v="130" actId="1076"/>
      <pc:docMkLst>
        <pc:docMk/>
      </pc:docMkLst>
      <pc:sldChg chg="addSp modSp mod">
        <pc:chgData name="Kat Bowles" userId="d4a26f9a-291f-4c47-90c1-1bd2ed9000bb" providerId="ADAL" clId="{65DA2938-8069-433F-80E8-9A31B786F591}" dt="2026-01-25T21:09:55.456" v="130" actId="1076"/>
        <pc:sldMkLst>
          <pc:docMk/>
          <pc:sldMk cId="575214327" sldId="256"/>
        </pc:sldMkLst>
        <pc:spChg chg="add mod ord">
          <ac:chgData name="Kat Bowles" userId="d4a26f9a-291f-4c47-90c1-1bd2ed9000bb" providerId="ADAL" clId="{65DA2938-8069-433F-80E8-9A31B786F591}" dt="2026-01-24T15:49:47.154" v="110" actId="1076"/>
          <ac:spMkLst>
            <pc:docMk/>
            <pc:sldMk cId="575214327" sldId="256"/>
            <ac:spMk id="12" creationId="{3F30856B-A067-4A4D-A0DF-C875CACB7270}"/>
          </ac:spMkLst>
        </pc:spChg>
        <pc:picChg chg="mod">
          <ac:chgData name="Kat Bowles" userId="d4a26f9a-291f-4c47-90c1-1bd2ed9000bb" providerId="ADAL" clId="{65DA2938-8069-433F-80E8-9A31B786F591}" dt="2026-01-22T14:34:01.878" v="2" actId="1076"/>
          <ac:picMkLst>
            <pc:docMk/>
            <pc:sldMk cId="575214327" sldId="256"/>
            <ac:picMk id="3" creationId="{921016A5-434A-437B-AB9C-0B5E1D43B736}"/>
          </ac:picMkLst>
        </pc:picChg>
        <pc:picChg chg="add mod modCrop">
          <ac:chgData name="Kat Bowles" userId="d4a26f9a-291f-4c47-90c1-1bd2ed9000bb" providerId="ADAL" clId="{65DA2938-8069-433F-80E8-9A31B786F591}" dt="2026-01-25T21:09:25.821" v="124" actId="1076"/>
          <ac:picMkLst>
            <pc:docMk/>
            <pc:sldMk cId="575214327" sldId="256"/>
            <ac:picMk id="4" creationId="{3EF81FC1-0CC4-492F-B265-A8A890908114}"/>
          </ac:picMkLst>
        </pc:picChg>
        <pc:picChg chg="mod">
          <ac:chgData name="Kat Bowles" userId="d4a26f9a-291f-4c47-90c1-1bd2ed9000bb" providerId="ADAL" clId="{65DA2938-8069-433F-80E8-9A31B786F591}" dt="2026-01-22T14:33:37.042" v="1" actId="1076"/>
          <ac:picMkLst>
            <pc:docMk/>
            <pc:sldMk cId="575214327" sldId="256"/>
            <ac:picMk id="5" creationId="{ADBAA3A2-82E6-4FD8-A88F-F6DBF268C022}"/>
          </ac:picMkLst>
        </pc:picChg>
        <pc:picChg chg="mod">
          <ac:chgData name="Kat Bowles" userId="d4a26f9a-291f-4c47-90c1-1bd2ed9000bb" providerId="ADAL" clId="{65DA2938-8069-433F-80E8-9A31B786F591}" dt="2026-01-25T21:09:24.554" v="123" actId="1076"/>
          <ac:picMkLst>
            <pc:docMk/>
            <pc:sldMk cId="575214327" sldId="256"/>
            <ac:picMk id="6" creationId="{1F302E8A-5516-4FE7-9FD8-BB34C492EE26}"/>
          </ac:picMkLst>
        </pc:picChg>
        <pc:picChg chg="add mod modCrop">
          <ac:chgData name="Kat Bowles" userId="d4a26f9a-291f-4c47-90c1-1bd2ed9000bb" providerId="ADAL" clId="{65DA2938-8069-433F-80E8-9A31B786F591}" dt="2026-01-25T21:09:55.456" v="130" actId="1076"/>
          <ac:picMkLst>
            <pc:docMk/>
            <pc:sldMk cId="575214327" sldId="256"/>
            <ac:picMk id="7" creationId="{B39E7483-F1E6-44A6-8117-879C29704B01}"/>
          </ac:picMkLst>
        </pc:picChg>
        <pc:picChg chg="add mod">
          <ac:chgData name="Kat Bowles" userId="d4a26f9a-291f-4c47-90c1-1bd2ed9000bb" providerId="ADAL" clId="{65DA2938-8069-433F-80E8-9A31B786F591}" dt="2026-01-22T14:59:52.369" v="17" actId="1076"/>
          <ac:picMkLst>
            <pc:docMk/>
            <pc:sldMk cId="575214327" sldId="256"/>
            <ac:picMk id="8" creationId="{C8BA23BE-7690-48D6-95B5-C9CB94746A91}"/>
          </ac:picMkLst>
        </pc:picChg>
        <pc:picChg chg="add mod ord modCrop">
          <ac:chgData name="Kat Bowles" userId="d4a26f9a-291f-4c47-90c1-1bd2ed9000bb" providerId="ADAL" clId="{65DA2938-8069-433F-80E8-9A31B786F591}" dt="2026-01-23T13:11:24.516" v="97" actId="732"/>
          <ac:picMkLst>
            <pc:docMk/>
            <pc:sldMk cId="575214327" sldId="256"/>
            <ac:picMk id="10" creationId="{F6F8787A-97A8-4E86-8952-C6715AE59908}"/>
          </ac:picMkLst>
        </pc:picChg>
        <pc:picChg chg="add mod ord modCrop">
          <ac:chgData name="Kat Bowles" userId="d4a26f9a-291f-4c47-90c1-1bd2ed9000bb" providerId="ADAL" clId="{65DA2938-8069-433F-80E8-9A31B786F591}" dt="2026-01-23T13:10:44.951" v="91" actId="1076"/>
          <ac:picMkLst>
            <pc:docMk/>
            <pc:sldMk cId="575214327" sldId="256"/>
            <ac:picMk id="11" creationId="{251518ED-40E1-4440-847E-2E1219199F12}"/>
          </ac:picMkLst>
        </pc:picChg>
        <pc:picChg chg="add mod modCrop">
          <ac:chgData name="Kat Bowles" userId="d4a26f9a-291f-4c47-90c1-1bd2ed9000bb" providerId="ADAL" clId="{65DA2938-8069-433F-80E8-9A31B786F591}" dt="2026-01-24T15:49:47.154" v="110" actId="1076"/>
          <ac:picMkLst>
            <pc:docMk/>
            <pc:sldMk cId="575214327" sldId="256"/>
            <ac:picMk id="13" creationId="{9E5C958C-7595-4B29-A768-6B7F8394E857}"/>
          </ac:picMkLst>
        </pc:picChg>
        <pc:picChg chg="add mod modCrop">
          <ac:chgData name="Kat Bowles" userId="d4a26f9a-291f-4c47-90c1-1bd2ed9000bb" providerId="ADAL" clId="{65DA2938-8069-433F-80E8-9A31B786F591}" dt="2026-01-23T13:04:55.674" v="72" actId="1076"/>
          <ac:picMkLst>
            <pc:docMk/>
            <pc:sldMk cId="575214327" sldId="256"/>
            <ac:picMk id="15" creationId="{4117B2C3-2D17-4B54-950E-BEC093418CC3}"/>
          </ac:picMkLst>
        </pc:picChg>
        <pc:picChg chg="add mod">
          <ac:chgData name="Kat Bowles" userId="d4a26f9a-291f-4c47-90c1-1bd2ed9000bb" providerId="ADAL" clId="{65DA2938-8069-433F-80E8-9A31B786F591}" dt="2026-01-23T13:10:11.118" v="76" actId="1076"/>
          <ac:picMkLst>
            <pc:docMk/>
            <pc:sldMk cId="575214327" sldId="256"/>
            <ac:picMk id="17" creationId="{F2A12E18-1F4B-4DE7-A6F7-ACF10B30ECE9}"/>
          </ac:picMkLst>
        </pc:picChg>
        <pc:picChg chg="add mod ord modCrop">
          <ac:chgData name="Kat Bowles" userId="d4a26f9a-291f-4c47-90c1-1bd2ed9000bb" providerId="ADAL" clId="{65DA2938-8069-433F-80E8-9A31B786F591}" dt="2026-01-24T15:50:48.136" v="122" actId="1076"/>
          <ac:picMkLst>
            <pc:docMk/>
            <pc:sldMk cId="575214327" sldId="256"/>
            <ac:picMk id="19" creationId="{DF4872FD-F818-48AE-A10C-6DF460856A8A}"/>
          </ac:picMkLst>
        </pc:picChg>
        <pc:picChg chg="add mod">
          <ac:chgData name="Kat Bowles" userId="d4a26f9a-291f-4c47-90c1-1bd2ed9000bb" providerId="ADAL" clId="{65DA2938-8069-433F-80E8-9A31B786F591}" dt="2026-01-24T15:50:27.493" v="114" actId="1076"/>
          <ac:picMkLst>
            <pc:docMk/>
            <pc:sldMk cId="575214327" sldId="256"/>
            <ac:picMk id="21" creationId="{C886B29E-6351-4ECB-B4A8-EBB4C49EBBC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DEBF0-8EA2-4EDC-B9B6-026610356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542ED-2406-4E02-834E-6F92AA493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7BE37-4A5A-4AB4-98CB-820CBB99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B29A3-06B3-43C2-8C04-F683D2C3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E7A3-F0BF-4875-94B3-223C71CC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98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93AE-F9AE-4240-AA17-9D845A01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F7AA-A71F-456C-B670-B0DDB6C5A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192D2-953D-49C7-96AB-5807AC1F7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189DA-E992-45FC-805A-8B908F4F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89D3B-F79D-406B-8743-938AD705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8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0F61-8F6C-4A16-8AD9-888928218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FF8AB-418C-4D88-8B62-266279CD0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639F7-A9A8-4E73-A370-5F9530CC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F28AA-E572-4A8A-AE0F-1FBEECC2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7ABC4-9FA9-45A8-BA1C-307B2726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08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18F7-7156-44A3-9E21-346D5C82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0498D-15B3-4E98-B391-C742877F4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ED5C-1ACE-4AA2-B4F8-F9C259BD6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4FBE3-A8F5-4E50-A3EA-72581969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A2679-6EF4-49A3-8A9F-AE8C5744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3EC11-A0A3-4260-9023-F9977518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73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6FA5E-720F-4950-B931-160101B9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57B9A-2F31-4FF1-93A9-91524DE4C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493C7-43A5-4E4F-B9E5-3CBDF98D9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40696-6721-435A-8781-874E632E3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E136D-3216-47E1-A1B6-604F555FA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6D881A-C106-4ABF-8956-2546C022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C9C321-D4DD-4A70-9C49-4FD12E0D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A08EE-6817-43D4-8256-F2BD3A85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47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D5052-6218-4CE2-867A-E95B4AE9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7A8C7-74A9-40E1-AD4A-B3DF4212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6B38E-A797-4307-8F73-2A320B70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AA8C7-8B16-460F-AC33-C80F7F9D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38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DDB420-FA91-41A2-8E89-E773D497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6DC04-0518-45C4-A5ED-A9F5FD8B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FA14C-B01C-49E5-A3B9-0E3E6C9F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86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2575-6FC3-4560-B75E-B9516CCA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501A-D068-4B9E-B63B-050B5698C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8274F-0D8E-4C0B-A550-ADE3B3855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1BBBF-453A-45E1-A599-00AC9998E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66803-8750-494D-8C28-05C97BBFA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61703-A5AF-405F-9D3C-2CEC6139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2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D699E-B418-4A69-88E7-B2D52837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92898-A308-420B-8923-CD0AA5472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81504-A283-44FE-A219-B73C7FE3E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3EA97-404E-4B06-BF91-C7E22AC16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42418-E9A8-410F-9DD1-077353BD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367FD-6F02-4B45-BE40-9C07412B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7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BD25-70BA-432F-B272-AE18E73D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58C10-C5CA-4243-BDE7-A4F08623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43353-6960-40E7-9D5A-16EDBF631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4722E-33C6-4927-8B16-8FE1EF64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42B84-5CD8-4AB3-AC41-6760F729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22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6E936-2916-448A-BBCC-BA4B48440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BCCF3-370B-492A-ACB1-8B5C292B9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DE9E3-E1FC-418F-B883-A0C067A7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1E30-74A1-49D1-B77E-3C2A69A2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22682-711C-41FE-A082-0C602938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87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12ABE-E68F-44B2-A8AA-E3DE0524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B1AC6-C949-4563-8A6B-0503C165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C85EA-D739-4B04-96EC-4702EAB75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C2D1A-26A5-449F-B8AB-253D7979A6F9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76A9B-715E-48AA-913A-B828DF611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897F7-8C3B-408C-BB5D-503BD375A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451F2-D9B6-452F-8E5C-539A5A96AD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48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jp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jpg"/><Relationship Id="rId16" Type="http://schemas.openxmlformats.org/officeDocument/2006/relationships/image" Target="../media/image15.jpeg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jp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C7BD8A1-958E-4170-B2AF-4168FC719581}"/>
              </a:ext>
            </a:extLst>
          </p:cNvPr>
          <p:cNvSpPr/>
          <p:nvPr/>
        </p:nvSpPr>
        <p:spPr>
          <a:xfrm>
            <a:off x="27468793" y="-10556748"/>
            <a:ext cx="10483234" cy="8460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51C644-1D3D-40CF-BDFD-B413A98AA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075" y="-5113172"/>
            <a:ext cx="10443660" cy="79613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F30856B-A067-4A4D-A0DF-C875CACB7270}"/>
              </a:ext>
            </a:extLst>
          </p:cNvPr>
          <p:cNvSpPr/>
          <p:nvPr/>
        </p:nvSpPr>
        <p:spPr>
          <a:xfrm>
            <a:off x="14597071" y="-12440536"/>
            <a:ext cx="10483234" cy="8378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AA3A2-82E6-4FD8-A88F-F6DBF268C0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41" b="9971"/>
          <a:stretch/>
        </p:blipFill>
        <p:spPr>
          <a:xfrm>
            <a:off x="-3711637" y="-411355"/>
            <a:ext cx="6332410" cy="4580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1016A5-434A-437B-AB9C-0B5E1D43B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720" y="-2454442"/>
            <a:ext cx="812860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302E8A-5516-4FE7-9FD8-BB34C492EE2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9" r="3096"/>
          <a:stretch/>
        </p:blipFill>
        <p:spPr>
          <a:xfrm>
            <a:off x="-25519018" y="-9051295"/>
            <a:ext cx="8128603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F81FC1-0CC4-492F-B265-A8A89090811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27" b="18293"/>
          <a:stretch/>
        </p:blipFill>
        <p:spPr>
          <a:xfrm>
            <a:off x="-40440691" y="-11987214"/>
            <a:ext cx="812860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BA23BE-7690-48D6-95B5-C9CB94746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67454" y="3429000"/>
            <a:ext cx="6229064" cy="35606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5C958C-7595-4B29-A768-6B7F8394E85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7139" t="15096" r="20782" b="22614"/>
          <a:stretch/>
        </p:blipFill>
        <p:spPr>
          <a:xfrm>
            <a:off x="14339257" y="-12440536"/>
            <a:ext cx="10483234" cy="78891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17B2C3-2D17-4B54-950E-BEC093418CC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28" b="157"/>
          <a:stretch/>
        </p:blipFill>
        <p:spPr>
          <a:xfrm>
            <a:off x="-10265437" y="7832558"/>
            <a:ext cx="12503604" cy="71473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A12E18-1F4B-4DE7-A6F7-ACF10B30EC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23336" y="-9811690"/>
            <a:ext cx="10483234" cy="83787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1518ED-40E1-4440-847E-2E1219199F1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0" b="14171"/>
          <a:stretch/>
        </p:blipFill>
        <p:spPr>
          <a:xfrm>
            <a:off x="23442894" y="4463606"/>
            <a:ext cx="7276153" cy="8378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8787A-97A8-4E86-8952-C6715AE59908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2" t="9577" r="35786" b="16083"/>
          <a:stretch/>
        </p:blipFill>
        <p:spPr>
          <a:xfrm rot="5400000">
            <a:off x="13618735" y="-1812618"/>
            <a:ext cx="7147300" cy="104832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86B29E-6351-4ECB-B4A8-EBB4C49EBBC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386" y="-7926867"/>
            <a:ext cx="9144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4872FD-F818-48AE-A10C-6DF460856A8A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00"/>
          <a:stretch/>
        </p:blipFill>
        <p:spPr>
          <a:xfrm>
            <a:off x="-21962416" y="9131615"/>
            <a:ext cx="914400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9E7483-F1E6-44A6-8117-879C29704B01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" b="26072"/>
          <a:stretch/>
        </p:blipFill>
        <p:spPr>
          <a:xfrm>
            <a:off x="-22206566" y="1728994"/>
            <a:ext cx="8128601" cy="68537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A154AD-F360-462B-8027-BF2814196529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31" b="19024"/>
          <a:stretch/>
        </p:blipFill>
        <p:spPr>
          <a:xfrm>
            <a:off x="11567461" y="7926866"/>
            <a:ext cx="10483234" cy="83787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102BAA-DF24-4EB8-9DD1-8DA945F28244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7" b="11954"/>
          <a:stretch/>
        </p:blipFill>
        <p:spPr>
          <a:xfrm>
            <a:off x="-27387071" y="-1644435"/>
            <a:ext cx="8173027" cy="68537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CF3655F-1806-45EF-ABEB-B19CB44C7C1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4942" y="11406208"/>
            <a:ext cx="9144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8620E0-52DA-4E70-A798-704476C0FDF5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28" b="7353"/>
          <a:stretch/>
        </p:blipFill>
        <p:spPr>
          <a:xfrm>
            <a:off x="6371872" y="11406206"/>
            <a:ext cx="9116524" cy="68580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F3CC251-74B8-4F65-8E1A-784BBEE71C0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7098" y="5968315"/>
            <a:ext cx="9144000" cy="685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4BC5E49-E29F-35FC-5442-D076A721DE32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5202" r="377" b="6896"/>
          <a:stretch/>
        </p:blipFill>
        <p:spPr>
          <a:xfrm>
            <a:off x="26992739" y="-5378553"/>
            <a:ext cx="10483233" cy="84921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C0ED9F2-87CC-2426-4265-D2343360E8C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1" t="24089" r="12360" b="42358"/>
          <a:stretch/>
        </p:blipFill>
        <p:spPr>
          <a:xfrm>
            <a:off x="-31550271" y="-19088419"/>
            <a:ext cx="7917541" cy="685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0520092-0B9B-FEC3-9380-2427C483A05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4" t="6646" r="19198" b="18360"/>
          <a:stretch/>
        </p:blipFill>
        <p:spPr>
          <a:xfrm>
            <a:off x="-22884996" y="-17866201"/>
            <a:ext cx="7917542" cy="68537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E617DFE-A3B3-5D91-11CE-23449A52ECF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" r="81633" b="87181"/>
          <a:stretch/>
        </p:blipFill>
        <p:spPr>
          <a:xfrm>
            <a:off x="-12873359" y="-17866200"/>
            <a:ext cx="8045782" cy="685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14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 Bowles</dc:creator>
  <cp:lastModifiedBy>Kat Bowles</cp:lastModifiedBy>
  <cp:revision>8</cp:revision>
  <dcterms:created xsi:type="dcterms:W3CDTF">2024-08-29T20:49:40Z</dcterms:created>
  <dcterms:modified xsi:type="dcterms:W3CDTF">2026-10-06T10:00:55Z</dcterms:modified>
</cp:coreProperties>
</file>